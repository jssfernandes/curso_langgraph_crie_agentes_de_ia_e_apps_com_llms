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2348"/>
            <a:ext cx="127473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LangChain vs LangGraph: Entenda as Diferenças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412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desenvolvimento com LLMs revolucionou a criação de soluções baseadas em IA. Frameworks como LangChain e LangGraph facilitam esse processo.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6222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Vamos explorar as diferenças entre eles e quando usar cada um.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2572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5264825"/>
            <a:ext cx="347663" cy="3476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0040" y="5240298"/>
            <a:ext cx="282940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por Rodrigo Macedo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980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que é LangChain?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469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5089446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12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Framework Modular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61522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construir aplicações com LLMs através de sequências de funções em cadeia.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35893" y="50469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963" y="5089446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3008" y="512480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Componentes Especializados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73008" y="5969556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Document Loader, Text Splitter, Chain, Prompt, LLM e Memory.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77995" y="50469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065" y="5089446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5111" y="512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Flexibilidade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15111" y="5615226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usar diferentes modelos de linguagem para diferentes partes do fluxo.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que é LangGraph?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34465" y="3906441"/>
            <a:ext cx="31445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Biblioteca Especializada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Parte do ecossistema LangChain para construir sistemas multi-agentes com estado.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411" y="420909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680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Estrutura de Grafo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17051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 nós (ações), arestas (transições) e estado (contexto mantido).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307" y="3258026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13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Fluxos Não-Lineares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623084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criar agentes flexíveis que mantêm contexto durante interações prolongadas.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533" y="5984200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2985"/>
            <a:ext cx="79598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Comparação: Foco e Estrutura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48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2988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Camada de abstração para encadear operações de LLM.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Cadeia linear (grafo acíclico direcionado).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Tarefas executadas em ordem específica, sempre avançando.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248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LangGraph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8298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Sistemas multi-agentes e fluxos com estado.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9685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Grafo completo com loops possíveis.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96383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Permite revisitar estados anteriores, ideal para sistemas interativos.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8374"/>
            <a:ext cx="98030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Comparação: Componentes e Estado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40781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167" y="2894886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667595"/>
            <a:ext cx="48402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LangChain: Gerenciamento Limitado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158014"/>
            <a:ext cx="85273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Passa informações através da cadeia, sem manter facilmente estado persistente.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732490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575757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861078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89" y="4315182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087892"/>
            <a:ext cx="4815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LangGraph: Gerenciamento Robusto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578310"/>
            <a:ext cx="79361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 é componente central que todos os nós podem acessar e modificar.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152787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575757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281374"/>
            <a:ext cx="6521410" cy="1669852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508188"/>
            <a:ext cx="3320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Componentes Diferentes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5998607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 usa memory e agents; LangGraph trabalha com nós, arestas e estados.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73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6526" y="3384113"/>
            <a:ext cx="8199239" cy="69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Qual Escolher para Seu Projeto?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6526" y="4410194"/>
            <a:ext cx="4211241" cy="3208973"/>
          </a:xfrm>
          <a:prstGeom prst="roundRect">
            <a:avLst>
              <a:gd name="adj" fmla="val 103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998339" y="4632007"/>
            <a:ext cx="30577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LangChain quando: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98339" y="5111829"/>
            <a:ext cx="3767614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Seu fluxo segue sequência clara de etapas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98339" y="5899547"/>
            <a:ext cx="376761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 tem ordem predefinida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98339" y="6332220"/>
            <a:ext cx="3767614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exige manutenção complexa de estado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9580" y="4410194"/>
            <a:ext cx="4211241" cy="3208973"/>
          </a:xfrm>
          <a:prstGeom prst="roundRect">
            <a:avLst>
              <a:gd name="adj" fmla="val 1037"/>
            </a:avLst>
          </a:prstGeom>
          <a:solidFill>
            <a:srgbClr val="3E3E3E"/>
          </a:solidFill>
          <a:ln/>
        </p:spPr>
      </p:sp>
      <p:sp>
        <p:nvSpPr>
          <p:cNvPr id="10" name="Text 7"/>
          <p:cNvSpPr/>
          <p:nvPr/>
        </p:nvSpPr>
        <p:spPr>
          <a:xfrm>
            <a:off x="5431393" y="4632007"/>
            <a:ext cx="310134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LangGraph quando: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431393" y="5111829"/>
            <a:ext cx="3767614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Necessita fluxos não-lineares com loops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31393" y="5899547"/>
            <a:ext cx="3767614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Requer manutenção robusta de estado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31393" y="6687264"/>
            <a:ext cx="3767614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Envolve múltiplos agentes interagindo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42634" y="4410194"/>
            <a:ext cx="4211241" cy="3208973"/>
          </a:xfrm>
          <a:prstGeom prst="roundRect">
            <a:avLst>
              <a:gd name="adj" fmla="val 1037"/>
            </a:avLst>
          </a:prstGeom>
          <a:solidFill>
            <a:srgbClr val="3E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9864447" y="4632007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Evolução Natural: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9864447" y="5111829"/>
            <a:ext cx="3767614" cy="106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Comece com LangChain e evolua para LangGraph conforme requisitos ficam mais complexos.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165" y="918210"/>
            <a:ext cx="7506772" cy="666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Como Começar a Desenvolver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5" y="1904286"/>
            <a:ext cx="1065967" cy="1279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1933" y="2117408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Instalação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131933" y="2578298"/>
            <a:ext cx="6265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Instale via pip: langchain e langchain-experimental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65" y="3183493"/>
            <a:ext cx="1065967" cy="12792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31933" y="3396615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Documentação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131933" y="3857506"/>
            <a:ext cx="6265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a documentação oficial e exemplos no GitHub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65" y="4462701"/>
            <a:ext cx="1065967" cy="15693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31933" y="4675823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Projetos Simples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131933" y="5136713"/>
            <a:ext cx="626590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 projetos básicos antes de avançar para soluções complexas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65" y="6032063"/>
            <a:ext cx="1065967" cy="12792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31933" y="6245185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Comunidade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2131933" y="6706076"/>
            <a:ext cx="6265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Participe de fóruns e grupos para trocar experiências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1128236"/>
            <a:ext cx="8076724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Potencialize Seus Projetos de IA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965" y="2252186"/>
            <a:ext cx="2160627" cy="12637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033" y="2847856"/>
            <a:ext cx="308372" cy="3854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40906" y="2471499"/>
            <a:ext cx="3644860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Resultados Transformadores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340906" y="2945725"/>
            <a:ext cx="4199692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poderosas baseadas em LLMs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176361" y="3528060"/>
            <a:ext cx="8631674" cy="15240"/>
          </a:xfrm>
          <a:prstGeom prst="roundRect">
            <a:avLst>
              <a:gd name="adj" fmla="val 215861"/>
            </a:avLst>
          </a:prstGeom>
          <a:solidFill>
            <a:srgbClr val="57575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592" y="3570684"/>
            <a:ext cx="4321373" cy="126372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033" y="4009787"/>
            <a:ext cx="308372" cy="3854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21279" y="3789998"/>
            <a:ext cx="390989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Ferramentas Complementares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6421279" y="4264223"/>
            <a:ext cx="6954083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 para fluxos lineares, LangGraph para sistemas dinâmicos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256734" y="4846558"/>
            <a:ext cx="7551301" cy="15240"/>
          </a:xfrm>
          <a:prstGeom prst="roundRect">
            <a:avLst>
              <a:gd name="adj" fmla="val 215861"/>
            </a:avLst>
          </a:prstGeom>
          <a:solidFill>
            <a:srgbClr val="575757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19" y="4889182"/>
            <a:ext cx="6482120" cy="126372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7033" y="5328285"/>
            <a:ext cx="308372" cy="38540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1652" y="5108496"/>
            <a:ext cx="3333988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Experimentação Contínua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7501652" y="5582722"/>
            <a:ext cx="5925622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 ambas abordagens para descobrir a melhor solução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767596" y="6399609"/>
            <a:ext cx="13095208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as necessidades do seu projeto e escolha a ferramenta mais adequada. A revolução da IA generativa está apenas começando!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2025-05-02T14:10:48Z</dcterms:created>
  <dcterms:modified xsi:type="dcterms:W3CDTF">2025-05-02T14:10:48Z</dcterms:modified>
</cp:coreProperties>
</file>