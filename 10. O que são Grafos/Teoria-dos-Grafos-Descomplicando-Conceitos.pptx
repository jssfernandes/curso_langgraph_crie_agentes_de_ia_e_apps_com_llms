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40803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Teoria dos Grafos: Descomplicando Conceitos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158377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teoria dos grafos é um ramo da matemática que estuda relações entre objetos. Introduzida no século XVIII por Leonhard Euler, possui várias aplicações no nosso dia-a-dia.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545842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29" y="5466040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9528" y="5442228"/>
            <a:ext cx="2882146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Rodrigo Macedo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6442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 que são Grafos?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34577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97" y="337572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8726" y="33457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Vértices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948726" y="3831908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que representam objetos em um conjunto não vazio.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0166747" y="334577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435" y="337572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0763" y="33457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Arestas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870763" y="3831908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Linhas que ligam os vértices, representando relações.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244709" y="5332333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397" y="5362277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8726" y="53323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Definição Formal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948726" y="581846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 = (V(G), E(G)), onde V(G) são vértices e E(G) são arestas.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1837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Conceitos Básicos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725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Adjacência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04538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vértices ligados por uma aresta são adjacentes.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4635818"/>
            <a:ext cx="5090160" cy="784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7139" y="34725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Incidência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7139" y="404538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aresta que liga dois vértices é incidente a cada um deles.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139" y="4982528"/>
            <a:ext cx="5059680" cy="784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4835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Grau dos Vértices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61284" y="33025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Grau de um Vértice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1284" y="378868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 de arestas incidentes em um vértice.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6747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83322" y="33025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Grau Máximo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83322" y="378868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Maior grau entre todos os vértices do grafo (∆(G)).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915257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61284" y="51318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Grau Mínimo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1284" y="5617964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grau entre todos os vértices do grafo (δ(G)).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1928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Subgrafos e Caminhos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734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Subgrafo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4630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Subconjunto de arestas e vértices do grafo original.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4336733"/>
            <a:ext cx="5059680" cy="1577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7139" y="31734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Caminho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7139" y="374630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Sequência de vértices ligados por arestas.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139" y="4336733"/>
            <a:ext cx="5059680" cy="1729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45" y="552331"/>
            <a:ext cx="5285542" cy="660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Tipos de Grafos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2358152" y="2229803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Grafo Infinito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02945" y="2680692"/>
            <a:ext cx="4297918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 de vértices infinito.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863" y="1614488"/>
            <a:ext cx="4628555" cy="462855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06" y="2897088"/>
            <a:ext cx="282416" cy="3530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9418" y="2229803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Grafo Orientado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29418" y="2680692"/>
            <a:ext cx="429803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Arestas com direção definida.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863" y="1614488"/>
            <a:ext cx="4628555" cy="462855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106" y="2897088"/>
            <a:ext cx="282416" cy="3530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29418" y="4694753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Grafo Ponderado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629418" y="5145643"/>
            <a:ext cx="429803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Arestas ou vértices com valores atribuídos.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863" y="1614488"/>
            <a:ext cx="4628555" cy="462855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106" y="4568488"/>
            <a:ext cx="282416" cy="3530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358152" y="4534019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Grafo com Laços</a:t>
            </a:r>
            <a:endParaRPr lang="en-US" sz="2050" dirty="0"/>
          </a:p>
        </p:txBody>
      </p:sp>
      <p:sp>
        <p:nvSpPr>
          <p:cNvPr id="16" name="Text 8"/>
          <p:cNvSpPr/>
          <p:nvPr/>
        </p:nvSpPr>
        <p:spPr>
          <a:xfrm>
            <a:off x="702945" y="4984909"/>
            <a:ext cx="429791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Arestas que conectam um vértice a ele mesmo.</a:t>
            </a:r>
            <a:endParaRPr lang="en-US" sz="15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863" y="1614488"/>
            <a:ext cx="4628555" cy="462855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706" y="4568488"/>
            <a:ext cx="282416" cy="35302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945" y="6468904"/>
            <a:ext cx="487680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46039"/>
            <a:ext cx="637627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Representação de Grafos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683669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61" y="2900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Grafo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66461" y="338637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visual com vértices e arestas.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983593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66461" y="42001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Matriz de Adjacências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66461" y="4686300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M|V(G)|×|V(G)| onde mij = 1 se existe aresta entre vi e vj.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5283518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66461" y="55000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Matriz de Incidência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66461" y="5986224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M|V(G)|×|E(G)| onde mij = 1 se vi é vértice da aresta ej.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04179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Aplicações de Grafos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117288"/>
            <a:ext cx="375999" cy="3759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0883" y="2079427"/>
            <a:ext cx="17331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Transporte Aéreo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350883" y="2921794"/>
            <a:ext cx="17331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Cidades como vértices, voos como arestas.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998" y="2117288"/>
            <a:ext cx="376118" cy="3761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01691" y="2079427"/>
            <a:ext cx="17331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Atores e Filmes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001691" y="2921794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Atores como vértices, filmes em comum como arestas.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05" y="2117288"/>
            <a:ext cx="375999" cy="3759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52379" y="2079427"/>
            <a:ext cx="17331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Web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652379" y="2565559"/>
            <a:ext cx="17331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Páginas como vértices, links como arestas.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996458"/>
            <a:ext cx="375999" cy="3759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50883" y="4958596"/>
            <a:ext cx="17331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Malha Elétrica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350883" y="5800963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Torres como vértices, linhas de transmissão como arestas.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4538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Exemplo Prático: Rede de Relacionamentos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895719"/>
            <a:ext cx="162401" cy="117955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32032" y="28957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32032" y="3381851"/>
            <a:ext cx="71400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Encontrar o menor caminho entre Rita e Fabiana em uma rede de relacionamentos.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69631" y="4291846"/>
            <a:ext cx="162401" cy="117955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56953" y="42918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Modelagem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56953" y="4777978"/>
            <a:ext cx="68151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Pessoas, empresas e universidades como vértices. Relações como arestas.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94671" y="5687973"/>
            <a:ext cx="162401" cy="117955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81994" y="56879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Solução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81994" y="6174105"/>
            <a:ext cx="649009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Rita trabalha com Nelson, que estuda na mesma universidade que Fabiana.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2025-04-27T13:22:17Z</dcterms:created>
  <dcterms:modified xsi:type="dcterms:W3CDTF">2025-04-27T13:22:17Z</dcterms:modified>
</cp:coreProperties>
</file>